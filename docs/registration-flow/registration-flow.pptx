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flow: regular path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registrant picks a date card: "Register" for open dates, "Join waiting list" for waitlist dates. Both lead to the same form, which posts to the registration service on fly.io.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service checks the submission: size, origin, honeypots, rate limit, required fields, email syntax, and that the booking code is bookable (open or waitlist, not past).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seals a confirmation token (id, booking code, email, last name, language; valid 14 days) and sends two mails via Mailjet from trainings@arc42.org: first UNBESTÄTIGT with all data to the back office, then course details and a confirm link to the registrant.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registrant sees the success page: please check your inbox.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link opens a confirm page with the course facts and one button. Pressing it sends BESTÄTIGT (same R- id) to the back office and shows the confirmed page.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 office books on BESTÄTIGT and sends its personal reply, which also tells waiting-list registrants where they stand.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flow: edge cases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signals (oversized, foreign origin, honeypot filled, rate limit hit): silent drop. No mail, the success page is shown anyway.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field missing or email invalid: fail page.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booking code: silent drop. Date closed since the page was loaded, or course feed unreachable: continue, flagged under Hinweise.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Back-office mail fails: fail page. Only the registrant mail fails: success page, the back office follows up.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scanners (Safe Links, Mimecast) open the link: they only see the page, nothing is confirmed.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tampered with or older than 14 days: error page with a mailto link to info@arc42.de.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 pressed twice: a second BESTÄTIGT, harmless.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BESTÄTIGT after 2 to 3 working days: the back office follows up if the registration looks plausible and ignores it if it looks fake.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gistration flow diagram: regular path and edge cases across registrant, registration service, mail and back offi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4208"/>
            <a:ext cx="8778240" cy="49350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Registration flow (planned)</dc:title>
  <dc:subject>PptxGenJS Presentation</dc:subject>
  <dc:creator>PptxGenJS</dc:creator>
  <cp:lastModifiedBy>PptxGenJS</cp:lastModifiedBy>
  <cp:revision>1</cp:revision>
  <dcterms:created xsi:type="dcterms:W3CDTF">2026-09-26T10:55:44Z</dcterms:created>
  <dcterms:modified xsi:type="dcterms:W3CDTF">2026-09-26T10:55:44Z</dcterms:modified>
</cp:coreProperties>
</file>